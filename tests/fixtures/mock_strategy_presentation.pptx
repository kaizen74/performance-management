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Strategic Plan 2025-2030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Building a Sustainable Future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be the leading sustainable logistics provider in Asia-Pacific by 2030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Priorities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Digital Transformation</a:t>
            </a:r>
          </a:p>
          <a:p>
            <a:r>
              <a:t>Sustainability Leadership</a:t>
            </a:r>
          </a:p>
          <a:p>
            <a:r>
              <a:t>Customer Excellence</a:t>
            </a:r>
          </a:p>
          <a:p>
            <a:r>
              <a:t>Operational Efficiency</a:t>
            </a:r>
          </a:p>
          <a:p>
            <a:r>
              <a:t>Talent Development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Growth: 12% CAGR</a:t>
            </a:r>
          </a:p>
          <a:p>
            <a:r>
              <a:t>Customer NPS: &gt; 70</a:t>
            </a:r>
          </a:p>
          <a:p>
            <a:r>
              <a:t>Carbon Neutral by 2028</a:t>
            </a:r>
          </a:p>
          <a:p>
            <a:r>
              <a:t>Employee Engagement: &gt; 80%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